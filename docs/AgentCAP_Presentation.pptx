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AgentCAP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8CAE4"/>
                </a:solidFill>
              </a:defRPr>
            </a:pPr>
            <a:r>
              <a:t>Role Assignment Reshapes Cost, Accuracy, and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</a:defRPr>
            </a:pPr>
            <a:r>
              <a:t>in LLM Agent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Why Agent Teams?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</a:defRPr>
            </a:pPr>
            <a:r>
              <a:t>Single-agent accuracy degrades as tool count scales [BFCL, ICML 2025]. Dual-process theory (Kahneman, 2011): without separating planning (System 2) from execution (System 1), models default to conversational responses. ToolGym [Xi et al., 2025] confirms this and proposes planner-actor decomposition.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GPT Single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GPT x GPT (homo PE)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GPT -&gt; MiniMax (hetero PE)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96C7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62.4 +/- 2.8%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69.5 +/- 2.4%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ECC71"/>
                          </a:solidFill>
                        </a:defRPr>
                      </a:pPr>
                      <a:r>
                        <a:t>76.5 +/- 2.4%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96C7"/>
                          </a:solidFill>
                        </a:defRPr>
                      </a:pPr>
                      <a:r>
                        <a:t>Cost ($/task)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$0.17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$1.98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ECC71"/>
                          </a:solidFill>
                        </a:defRPr>
                      </a:pPr>
                      <a:r>
                        <a:t>$0.15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96C7"/>
                          </a:solidFill>
                        </a:defRPr>
                      </a:pPr>
                      <a:r>
                        <a:t>Input tokens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4.0M (66K/task)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33.3M (554K/task)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ECC71"/>
                          </a:solidFill>
                        </a:defRPr>
                      </a:pPr>
                      <a:r>
                        <a:t>27.0M (450K/task)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96C7"/>
                          </a:solidFill>
                        </a:defRPr>
                      </a:pPr>
                      <a:r>
                        <a:t>Output tokens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22K (360/task)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118K (2.0K/task)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ECC71"/>
                          </a:solidFill>
                        </a:defRPr>
                      </a:pPr>
                      <a:r>
                        <a:t>240K (4.0K/task)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96C7"/>
                          </a:solidFill>
                        </a:defRPr>
                      </a:pPr>
                      <a:r>
                        <a:t>Failed (score=0)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60% (35% zero tc)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CF0F1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ECC71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0" y="1463040"/>
          <a:ext cx="320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/>
                <a:gridCol w="800100"/>
                <a:gridCol w="800100"/>
                <a:gridCol w="8001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Cache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GPT-5.4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$2.50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$10.00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$1.25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$5.00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$25.00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$0.50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MiniMax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$0.40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$1.60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$0.20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GLM-5.1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$0.40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$1.20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$0.20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C7"/>
                </a:solidFill>
              </a:defRPr>
            </a:pPr>
            <a:r>
              <a:t>$/1M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C7"/>
                </a:solidFill>
              </a:defRPr>
            </a:pPr>
            <a:r>
              <a:t>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749039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0F1"/>
                </a:solidFill>
              </a:defRPr>
            </a:pPr>
            <a:r>
              <a:t>MCP-Atlas (tool-use)</a:t>
            </a:r>
          </a:p>
          <a:p>
            <a:pPr>
              <a:defRPr sz="1000" b="0">
                <a:solidFill>
                  <a:srgbClr val="ECF0F1"/>
                </a:solidFill>
              </a:defRPr>
            </a:pPr>
            <a:r>
              <a:t>MedAgentBench (medical)</a:t>
            </a:r>
          </a:p>
          <a:p>
            <a:pPr>
              <a:defRPr sz="1000" b="0">
                <a:solidFill>
                  <a:srgbClr val="ECF0F1"/>
                </a:solidFill>
              </a:defRPr>
            </a:pPr>
            <a:r>
              <a:t>FinanceBench (finance)</a:t>
            </a:r>
          </a:p>
          <a:p>
            <a:pPr>
              <a:defRPr sz="1000" b="0">
                <a:solidFill>
                  <a:srgbClr val="ECF0F1"/>
                </a:solidFill>
              </a:defRPr>
            </a:pPr>
            <a:r>
              <a:t>SWE-bench (software eng.)</a:t>
            </a:r>
          </a:p>
          <a:p>
            <a:pPr>
              <a:defRPr sz="1000" b="0">
                <a:solidFill>
                  <a:srgbClr val="ECF0F1"/>
                </a:solidFill>
              </a:defRPr>
            </a:pPr>
            <a:r>
              <a:t>IMO AnswerBench (math)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</a:defRPr>
            </a:pPr>
            <a:r>
              <a:t>GLM-5.1: 57.0% single -&gt; 72.4% homo PE ($0.21/task) -&gt; 79.1% hetero PE ($0.18/task).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Cross-deployment: API planner + self-hosted executor = $0.016/task (10 users) — 13x cheaper than cheapest pure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029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</a:defRPr>
            </a:pPr>
            <a:r>
              <a:t>Plan eliminates decision paralysis: models stop asking and start acting.</a:t>
            </a:r>
            <a:br/>
            <a:r>
              <a:t>Failure rate drops from 60% to 7%. Hetero PE: highest accuracy at lowest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96C7"/>
                </a:solidFill>
              </a:defRPr>
            </a:pPr>
            <a:r>
              <a:t>But which model in which role, for which domain? -&gt; AgentCAP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Why Is Team Configuration Hard?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</a:defRPr>
            </a:pPr>
            <a:r>
              <a:t>1. Cross-Role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</a:defRPr>
            </a:pPr>
            <a:r>
              <a:t>Plan quality shapes executor turns, cost, accuracy.</a:t>
            </a:r>
          </a:p>
          <a:p>
            <a:pPr>
              <a:defRPr sz="1100" b="0">
                <a:solidFill>
                  <a:srgbClr val="ECF0F1"/>
                </a:solidFill>
              </a:defRPr>
            </a:pPr>
            <a:r>
              <a:t>Vague plan -&gt; more turns -&gt; higher cost.</a:t>
            </a:r>
          </a:p>
          <a:p>
            <a:pPr>
              <a:defRPr sz="1100" b="0">
                <a:solidFill>
                  <a:srgbClr val="ECF0F1"/>
                </a:solidFill>
              </a:defRPr>
            </a:pPr>
            <a:r>
              <a:t>Wrong plan -&gt; executor wastes all effort.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</a:defRPr>
            </a:pPr>
            <a:r>
              <a:t>2. Role Asymmetry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005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</a:defRPr>
            </a:pPr>
            <a:r>
              <a:t>Planner: 1 call, reasoning depth.</a:t>
            </a:r>
          </a:p>
          <a:p>
            <a:pPr>
              <a:defRPr sz="1100" b="0">
                <a:solidFill>
                  <a:srgbClr val="ECF0F1"/>
                </a:solidFill>
              </a:defRPr>
            </a:pPr>
            <a:r>
              <a:t>Executor: 8-20 calls, tool-use persistence.</a:t>
            </a:r>
          </a:p>
          <a:p>
            <a:pPr>
              <a:defRPr sz="1100" b="0">
                <a:solidFill>
                  <a:srgbClr val="ECF0F1"/>
                </a:solidFill>
              </a:defRPr>
            </a:pPr>
            <a:r>
              <a:t>Strength in one role != strength in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</a:defRPr>
            </a:pPr>
            <a:r>
              <a:t>3. Domain-Dependent Criticality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005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</a:defRPr>
            </a:pPr>
            <a:r>
              <a:t>Some domains: plan quality determines outcome.</a:t>
            </a:r>
          </a:p>
          <a:p>
            <a:pPr>
              <a:defRPr sz="1100" b="0">
                <a:solidFill>
                  <a:srgbClr val="ECF0F1"/>
                </a:solidFill>
              </a:defRPr>
            </a:pPr>
            <a:r>
              <a:t>Others: execution capability is bottleneck.</a:t>
            </a:r>
          </a:p>
          <a:p>
            <a:pPr>
              <a:defRPr sz="1100" b="0">
                <a:solidFill>
                  <a:srgbClr val="ECF0F1"/>
                </a:solidFill>
              </a:defRPr>
            </a:pPr>
            <a:r>
              <a:t>Which role to invest in changes per domain.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The result: configuring agent teams is blind trial-and-error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</a:defRPr>
            </a:pPr>
            <a:r>
              <a:t>1. Check leaderboard: GPT ranks high -&gt; use GPT for both roles</a:t>
            </a:r>
          </a:p>
          <a:p>
            <a:pPr>
              <a:defRPr sz="1300" b="0">
                <a:solidFill>
                  <a:srgbClr val="E74C3C"/>
                </a:solidFill>
              </a:defRPr>
            </a:pPr>
            <a:r>
              <a:t>2. Deploy -&gt; GPT x GPT on tool-use: 69.5% accuracy, $1.98/task</a:t>
            </a:r>
          </a:p>
          <a:p>
            <a:pPr>
              <a:defRPr sz="1300" b="0">
                <a:solidFill>
                  <a:srgbClr val="ECF0F1"/>
                </a:solidFill>
              </a:defRPr>
            </a:pPr>
            <a:r>
              <a:t>3. Seems decent. But actually: GLM x GLM = 72.4%, $0.21/task (10x cheaper, higher acc)</a:t>
            </a:r>
          </a:p>
          <a:p>
            <a:pPr>
              <a:defRPr sz="1300" b="0">
                <a:solidFill>
                  <a:srgbClr val="ECF0F1"/>
                </a:solidFill>
              </a:defRPr>
            </a:pPr>
            <a:r>
              <a:t>4. Never discover: GPT plan + MiniMax exec = 76.5% at $0.15/task (13x cheaper, +7%)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1">
                <a:solidFill>
                  <a:srgbClr val="FF8C00"/>
                </a:solidFill>
              </a:defRPr>
            </a:pPr>
            <a:r>
              <a:t>Each trial costs $50-120. 16 combos x 3 domains = 48 experiments needed. No one does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Existing benchmarks cannot help: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46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</a:defRPr>
            </a:pPr>
            <a:r>
              <a:t>LMSYS / single-model leaderboards: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Single-axis rank. No role-level breakdown.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No cost or latency per role.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846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</a:defRPr>
            </a:pPr>
            <a:r>
              <a:t>MAESTRO / HAL (multi-agent benchmarks):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Evaluate frameworks, not team composition.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Don't vary role-model assignments.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</a:defRPr>
            </a:pPr>
            <a:r>
              <a:t>Need: role x domain x cost/accuracy/latency evaluation. This data does not exist. -&gt; AgentCAP.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920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6C7"/>
                </a:solidFill>
              </a:defRPr>
            </a:pPr>
            <a:r>
              <a:t>4. Deployment-Dependent Cost and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194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CF0F1"/>
                </a:solidFill>
              </a:defRPr>
            </a:pPr>
            <a:r>
              <a:t>API models: pricing differs per provider ($0.40 vs $5.00/M input), latency varies by region and server load.</a:t>
            </a:r>
          </a:p>
          <a:p>
            <a:pPr>
              <a:defRPr sz="1100">
                <a:solidFill>
                  <a:srgbClr val="ECF0F1"/>
                </a:solidFill>
              </a:defRPr>
            </a:pPr>
            <a:r>
              <a:t>Self-hosted: cost depends on GPU type and concurrent users ($0.74/M single user vs $0.07/M at 10 users). Latency is stable but throughput-bound.</a:t>
            </a:r>
          </a:p>
          <a:p>
            <a:pPr>
              <a:defRPr sz="1100">
                <a:solidFill>
                  <a:srgbClr val="FF8C00"/>
                </a:solidFill>
              </a:defRPr>
            </a:pPr>
            <a:r>
              <a:t>Same model, same role -&gt; different CAP profile depending on how and where it's deployed.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AgentCAP: 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</a:defRPr>
            </a:pPr>
            <a:r>
              <a:t>Contribution 1: Systematic Role-Model Assignment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CF0F1"/>
                </a:solidFill>
              </a:defRPr>
            </a:pPr>
            <a:r>
              <a:t>All pairwise planner×executor combinations across 4 API + 4 self-hosted models on 3 benchmarks.</a:t>
            </a:r>
            <a:br/>
            <a:r>
              <a:t>Every model serves as both planner and executor → exposes cross-role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</a:defRPr>
            </a:pPr>
            <a:r>
              <a:t>Contribution 2: Role-Decomposed Cost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CF0F1"/>
                </a:solidFill>
              </a:defRPr>
            </a:pPr>
            <a:r>
              <a:t>Per-task cost = plan cost + execution cost. Plan cost &lt; 8% of total.</a:t>
            </a:r>
            <a:br/>
            <a:r>
              <a:t>Unifies API per-token pricing with self-hosted GPU amortization.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</a:defRPr>
            </a:pPr>
            <a:r>
              <a:t>Contribution 3: Swap-Sensitivity for Role Criticality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CF0F1"/>
                </a:solidFill>
              </a:defRPr>
            </a:pPr>
            <a:r>
              <a:t>Swap models between roles → measure accuracy Δ → classify domain as planner-critical or executor-critical.</a:t>
            </a:r>
            <a:br/>
            <a:r>
              <a:t>No human annotation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Experiment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</a:defRPr>
            </a:pPr>
            <a:r>
              <a:t>API: GPT-5.4, Claude Opus 4, MiniMax M2.7, GLM 5.1</a:t>
            </a:r>
          </a:p>
          <a:p>
            <a:pPr>
              <a:defRPr sz="1400" b="0">
                <a:solidFill>
                  <a:srgbClr val="ECF0F1"/>
                </a:solidFill>
              </a:defRPr>
            </a:pPr>
            <a:r>
              <a:t>Self-hosted: Qwen-3.5 9B/27B, GPT-OSS 20B/120B</a:t>
            </a:r>
          </a:p>
          <a:p>
            <a:pPr>
              <a:defRPr sz="1400" b="0">
                <a:solidFill>
                  <a:srgbClr val="ECF0F1"/>
                </a:solidFill>
              </a:defRPr>
            </a:pPr>
            <a:r>
              <a:t>Single-agent baselines for all API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</a:defRPr>
            </a:pPr>
            <a:r>
              <a:t>MCP-Atlas: open-domain tool-use (60 tasks)</a:t>
            </a:r>
          </a:p>
          <a:p>
            <a:pPr>
              <a:defRPr sz="1400" b="0">
                <a:solidFill>
                  <a:srgbClr val="ECF0F1"/>
                </a:solidFill>
              </a:defRPr>
            </a:pPr>
            <a:r>
              <a:t>MedAgentBench: medical FHIR reasoning (60 tasks)</a:t>
            </a:r>
          </a:p>
          <a:p>
            <a:pPr>
              <a:defRPr sz="1400" b="0">
                <a:solidFill>
                  <a:srgbClr val="ECF0F1"/>
                </a:solidFill>
              </a:defRPr>
            </a:pPr>
            <a:r>
              <a:t>FinanceBench: financial document QA (150 tasks)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Insight 1: Task Domains Determine Both Role Criticality</a:t>
            </a:r>
            <a:br/>
            <a:r>
              <a:t>and Optimal Role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</a:defRPr>
            </a:pPr>
            <a:r>
              <a:t>Medical (MedAgent)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</a:defRPr>
            </a:pPr>
            <a:r>
              <a:t>Difficulty: which FHIR endpoint to call</a:t>
            </a:r>
          </a:p>
          <a:p>
            <a:pPr>
              <a:defRPr sz="1100" b="0">
                <a:solidFill>
                  <a:srgbClr val="FF8C00"/>
                </a:solidFill>
              </a:defRPr>
            </a:pPr>
            <a:r>
              <a:t>-&gt; Planner reasoning determines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</a:defRPr>
            </a:pPr>
            <a:r>
              <a:t>Finance (FinanceBench)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</a:defRPr>
            </a:pPr>
            <a:r>
              <a:t>Difficulty: extract numbers from tables</a:t>
            </a:r>
          </a:p>
          <a:p>
            <a:pPr>
              <a:defRPr sz="1100" b="0">
                <a:solidFill>
                  <a:srgbClr val="FF8C00"/>
                </a:solidFill>
              </a:defRPr>
            </a:pPr>
            <a:r>
              <a:t>-&gt; Executor capability determines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</a:defRPr>
            </a:pPr>
            <a:r>
              <a:t>Tool-use (MCP-Atlas)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188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CF0F1"/>
                </a:solidFill>
              </a:defRPr>
            </a:pPr>
            <a:r>
              <a:t>Difficulty: 80+ tools, multi-step, errors</a:t>
            </a:r>
          </a:p>
          <a:p>
            <a:pPr>
              <a:defRPr sz="1100" b="0">
                <a:solidFill>
                  <a:srgbClr val="FF8C00"/>
                </a:solidFill>
              </a:defRPr>
            </a:pPr>
            <a:r>
              <a:t>-&gt; Executor persistence determines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Evidence: controlled swap experiments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560320"/>
          <a:ext cx="11338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3135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Config 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 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Config B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 B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Diff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MedAgent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Swap planner</a:t>
                      </a:r>
                    </a:p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(fix 27B exec)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9B plan + 27B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27B plan + 27B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+32.0%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MedAgent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Swap executor</a:t>
                      </a:r>
                    </a:p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(fix 27B plan)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27B plan + 9B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27B plan + 27B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+4.0%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FinanceBench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Swap planner</a:t>
                      </a:r>
                    </a:p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(fix 27B exec)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9B plan + 27B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27B plan + 27B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57.3%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-2.7%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FinanceBench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Swap executor</a:t>
                      </a:r>
                    </a:p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(fix 27B plan)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27B plan + 9B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27B plan + 27B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57.3%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+37.3%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MCP-Atlas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Swap executor</a:t>
                      </a:r>
                    </a:p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(fix GPT plan)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GPT plan + Claude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35.4%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GPT plan + MiniMax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80.4%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+45.0%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MCP-Atlas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Swap planner</a:t>
                      </a:r>
                    </a:p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(fix GLM exec)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GPT plan + GLM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67.0%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MiniMax plan + GLM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71.1%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+4.1%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</a:defRPr>
            </a:pPr>
            <a:r>
              <a:t>Same models, same architecture. MedAgent: planner swap = 32%, executor swap = 4%.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CF0F1"/>
                </a:solidFill>
              </a:defRPr>
            </a:pPr>
            <a:r>
              <a:t>FinanceBench: planner swap = -2.7%, executor swap = 37.3%. Opposite bottleneck.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Cannot configure a team without domain-specific, role-level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Insight 2: Heterogeneous Teams Strictly Dominate</a:t>
            </a:r>
            <a:br/>
            <a:r>
              <a:t>Homogeneous Configurations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</a:defRPr>
            </a:pPr>
            <a:r>
              <a:t>For every model: its best team uses a different model in at least one role (8/8 cases)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338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Homo config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Homo acc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Best hetero config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Hetero acc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Hetero $/task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MCP-Atlas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Claude plan + Claude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51.3%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GLM plan + Claude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79.1%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+27.8%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$0.73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MCP-Atlas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GPT plan + GPT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GPT plan + MiniMax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76.5%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+7.0%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$0.15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MCP-Atlas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MiniMax plan + MiniMax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68.5%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GPT plan + MiniMax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80.4%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+11.9%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$0.15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MCP-Atlas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GLM plan + GLM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72.4%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GLM plan + Claude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79.1%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+6.7%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$0.73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MedAgent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GPT plan + GPT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71.7%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GPT plan + GLM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93.3%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+21.6%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MedAgent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MiniMax plan + MiniMax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73.3%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Claude plan + MiniMax exec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93.3%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+20.0%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27B plan + 27B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57.3%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9B plan + 27B exec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+2.7%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297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Key pattern: GPT homo $1.98/task -&gt; GPT plan + MiniMax exec $0.15/task (13x cheaper, +7% acc)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</a:defRPr>
            </a:pPr>
            <a:r>
              <a:t>Planning = deliberate reasoning (decompose, select tools, anticipate errors)</a:t>
            </a:r>
          </a:p>
          <a:p>
            <a:pPr>
              <a:defRPr sz="1300" b="0">
                <a:solidFill>
                  <a:srgbClr val="ECF0F1"/>
                </a:solidFill>
              </a:defRPr>
            </a:pPr>
            <a:r>
              <a:t>Execution = reactive grounding (call APIs, parse results, persist through failures)</a:t>
            </a:r>
          </a:p>
          <a:p>
            <a:pPr>
              <a:defRPr sz="1300" b="1">
                <a:solidFill>
                  <a:srgbClr val="FF8C00"/>
                </a:solidFill>
              </a:defRPr>
            </a:pPr>
            <a:r>
              <a:t>No model optimizes both. Hetero matches each role to its best-suited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Insight 3: The Plan-Execute Cost Structure Creates</a:t>
            </a:r>
            <a:br/>
            <a:r>
              <a:t>an Asymmetric Optimization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338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$/task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Plan cost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Exec cost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Plan 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MiniMax-&gt;GLM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71.1%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$0.18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$0.006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$0.18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175s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GLM x GLM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72.4%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$0.21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$0.006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$0.20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181s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GPT-&gt;MiniMax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76.5%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$0.15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~$0.01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~$0.14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&lt;1%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94s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GLM-&gt;Claude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79.1%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$0.73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$0.006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$0.73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156s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GPT x GPT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$1.98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$0.010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$1.97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&lt;1%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46s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</a:defRPr>
            </a:pPr>
            <a:r>
              <a:t>Plan &lt; 3% of total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5661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1 LLM call vs 8-20 executor calls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Upgrade planner GLM-&gt;Claude: +$0.004/task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Upgrade executor GLM-&gt;GPT: +$1.77/task</a:t>
            </a:r>
          </a:p>
          <a:p>
            <a:pPr>
              <a:defRPr sz="1200" b="1">
                <a:solidFill>
                  <a:srgbClr val="2ECC71"/>
                </a:solidFill>
              </a:defRPr>
            </a:pPr>
            <a:r>
              <a:t>-&gt; Always use strongest planner, it's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</a:defRPr>
            </a:pPr>
            <a:r>
              <a:t>Latency also role-asymmetric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GPT exec: 50s (fastest, $1.49/task)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MiniMax exec: 108s (balanced, $0.22/task)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GLM exec: 190s (cheapest, $0.25/task)</a:t>
            </a:r>
          </a:p>
          <a:p>
            <a:pPr>
              <a:defRPr sz="1200" b="1">
                <a:solidFill>
                  <a:srgbClr val="2ECC71"/>
                </a:solidFill>
              </a:defRPr>
            </a:pPr>
            <a:r>
              <a:t>-&gt; Executor determines CAP trade-off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</a:defRPr>
            </a:pPr>
            <a:r>
              <a:t>Optimal: strongest planner (free) + executor matching target CAP balance.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Cross-Deployment: API Planner + Self-Hosted Executor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</a:defRPr>
            </a:pPr>
            <a:r>
              <a:t>Why this scenario?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Universities / enterprises have both: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- GPU cluster (research, training) + API budget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Planner: 1 API call/task (trivial cost)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Executor: 8-20 calls, run on own GPUs</a:t>
            </a:r>
          </a:p>
          <a:p>
            <a:pPr>
              <a:defRPr sz="1200" b="0">
                <a:solidFill>
                  <a:srgbClr val="2ECC71"/>
                </a:solidFill>
              </a:defRPr>
            </a:pPr>
            <a:r>
              <a:t>-&gt; Best API reasoning + local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</a:defRPr>
            </a:pPr>
            <a:r>
              <a:t>Self-hosted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Hardware: 2x H100 80GB SXM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Model: Qwen-3.5-27B via vLLM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Throughput: ~3000 tok/s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Cloud rental: ~$6/hr ($0.56/M tokens single user)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On-prem owned: ~$2.40/hr ($0.22/M tokens)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Cloud 2xH100 ($6/hr) + GLM API planner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83464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Exec $/M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Exec $/task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$/task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vs API ($0.21)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$0.56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$0.197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$0.202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similar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$0.11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$0.039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$0.045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4.7x cheaper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$0.06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$0.020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$0.025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8.4x cheaper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$0.01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$0.004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$0.009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23x cheaper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On-prem 2xH100 (owned, $2.40/hr amortized)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283464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Exec $/M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Exec $/task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$/task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vs API ($0.21)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$0.22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$0.079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$0.084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2.5x cheaper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$0.04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$0.016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$0.021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10x cheaper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$0.008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$0.013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16x cheaper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96C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$0.004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$0.002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$0.007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0F1"/>
                          </a:solidFill>
                        </a:defRPr>
                      </a:pPr>
                      <a:r>
                        <a:t>30x cheaper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When does hybrid win?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Hybrid wins when:</a:t>
            </a:r>
          </a:p>
          <a:p>
            <a:pPr>
              <a:defRPr sz="1200" b="0">
                <a:solidFill>
                  <a:srgbClr val="2ECC71"/>
                </a:solidFill>
              </a:defRPr>
            </a:pPr>
            <a:r>
              <a:t>&gt;= 5 concurrent users (cost dominates)</a:t>
            </a:r>
          </a:p>
          <a:p>
            <a:pPr>
              <a:defRPr sz="1200" b="0">
                <a:solidFill>
                  <a:srgbClr val="2ECC71"/>
                </a:solidFill>
              </a:defRPr>
            </a:pPr>
            <a:r>
              <a:t>Latency stability needed (no API throttling)</a:t>
            </a:r>
          </a:p>
          <a:p>
            <a:pPr>
              <a:defRPr sz="1200" b="0">
                <a:solidFill>
                  <a:srgbClr val="2ECC71"/>
                </a:solidFill>
              </a:defRPr>
            </a:pPr>
            <a:r>
              <a:t>Data privacy (executor runs locally)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29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Pure API wins when: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Single user, no GPU available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Burst traffic (no GPU provisioning delay)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API latency acceptable for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Key: plan cost is trivial either way. The deployment decision is about the executor.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Provider Resilience and CAP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</a:defRPr>
            </a:pPr>
            <a:r>
              <a:t>Layer 1: Built-in Degradation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Single agent: model degrades, no reference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point — is it worse or was the task hard?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t>Agent team: the other role acts as control group.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t>Executor drops but plan quality unchanged</a:t>
            </a:r>
          </a:p>
          <a:p>
            <a:pPr>
              <a:defRPr sz="1200" b="0">
                <a:solidFill>
                  <a:srgbClr val="2ECC71"/>
                </a:solidFill>
              </a:defRPr>
            </a:pPr>
            <a:r>
              <a:t>-&gt; executor provider degraded. Automatic.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</a:defRPr>
            </a:pPr>
            <a:r>
              <a:t>Layer 2: Role-Level Swap =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CF0F1"/>
                </a:solidFill>
              </a:defRPr>
            </a:pPr>
            <a:r>
              <a:t>Single agent: rebuild entire pipeline to switch.</a:t>
            </a:r>
          </a:p>
          <a:p>
            <a:pPr>
              <a:defRPr sz="1200" b="0">
                <a:solidFill>
                  <a:srgbClr val="ECF0F1"/>
                </a:solidFill>
              </a:defRPr>
            </a:pPr>
            <a:r>
              <a:t>Provider knows this -&gt; no incentive.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t>Agent team: swap only the affected role.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t>4 providers x 2 roles = 16 fallback configs.</a:t>
            </a:r>
          </a:p>
          <a:p>
            <a:pPr>
              <a:defRPr sz="1200" b="0">
                <a:solidFill>
                  <a:srgbClr val="2ECC71"/>
                </a:solidFill>
              </a:defRPr>
            </a:pPr>
            <a:r>
              <a:t>Provider must maintain quality or lose the role.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</a:defRPr>
            </a:pPr>
            <a:r>
              <a:t>CAP Evaluation: Accuracy/Cost and Speed/Cost Ratios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</a:defRPr>
            </a:pPr>
            <a:r>
              <a:t>Acc/$ = accuracy per dollar spent.  Speed/$ = tasks-per-hour per dollar spent.  Higher = better.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474720"/>
          <a:ext cx="11338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$/task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Acc/$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Speed/$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GPT -&gt; MiniMax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76.5%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$0.15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94s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MiniMax -&gt; GLM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71.1%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$0.18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175s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395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GLM x GLM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72.4%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$0.21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181s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345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GLM -&gt; Claude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79.1%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$0.73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156s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2236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96C7"/>
                          </a:solidFill>
                        </a:defRPr>
                      </a:pPr>
                      <a:r>
                        <a:t>GPT x GPT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$1.98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46s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CF0F1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1C2E4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852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</a:defRPr>
            </a:pPr>
            <a:r>
              <a:t>GPT x GPT: highest latency-performance but Acc/$ = 35. GPT-&gt;MiniMax: Acc/$ = 510 (14x more efficient).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5A5A6"/>
                </a:solidFill>
              </a:defRPr>
            </a:pPr>
            <a:r>
              <a:t>AgentCAP provides raw CAP data per role-model-domain. Users pick the ratio that matches their constraint.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I1: Task domains determine role criticality and optimal assignment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 MedAgent: planner-critical (+32%). MCP/Finance: executor-critical (+37-45%).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 Role rankings reverse: same model #1 on one domain, #4 on another.</a:t>
            </a:r>
          </a:p>
          <a:p>
            <a:pPr>
              <a:defRPr sz="500" b="0">
                <a:solidFill>
                  <a:srgbClr val="FFFFFF"/>
                </a:solidFill>
              </a:defRPr>
            </a:pP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I2: Heterogeneous teams strictly dominate (8/8 model x benchmark cases)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 Up to +27.8%. GPT homo $1.98 -&gt; hetero $0.15/task (13x cheaper, higher acc).</a:t>
            </a:r>
          </a:p>
          <a:p>
            <a:pPr>
              <a:defRPr sz="500" b="0">
                <a:solidFill>
                  <a:srgbClr val="FFFFFF"/>
                </a:solidFill>
              </a:defRPr>
            </a:pP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I3: Asymmetric cost structure — planner is free, executor determines CAP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 Plan &lt; 3% cost. Executor: 50s/$1.49 (fast) vs 190s/$0.25 (cheap). Choose per need.</a:t>
            </a:r>
          </a:p>
          <a:p>
            <a:pPr>
              <a:defRPr sz="500" b="0">
                <a:solidFill>
                  <a:srgbClr val="FFFFFF"/>
                </a:solidFill>
              </a:defRPr>
            </a:pPr>
          </a:p>
          <a:p>
            <a:pPr>
              <a:defRPr sz="1500" b="1">
                <a:solidFill>
                  <a:srgbClr val="0096C7"/>
                </a:solidFill>
              </a:defRPr>
            </a:pPr>
            <a:r>
              <a:t>Cross-deployment: API planner + self-hosted executor = $0.03/task (10 users)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 Combines API reasoning with local compute. 7x cheaper than cheapest pure API.</a:t>
            </a:r>
          </a:p>
          <a:p>
            <a:pPr>
              <a:defRPr sz="500" b="0">
                <a:solidFill>
                  <a:srgbClr val="FFFFFF"/>
                </a:solidFill>
              </a:defRPr>
            </a:pPr>
          </a:p>
          <a:p>
            <a:pPr>
              <a:defRPr sz="1500" b="1">
                <a:solidFill>
                  <a:srgbClr val="FF8C00"/>
                </a:solidFill>
              </a:defRPr>
            </a:pPr>
            <a:r>
              <a:t>Provider hedging: agent teams = built-in quality monitoring + competitive leverage</a:t>
            </a:r>
          </a:p>
          <a:p>
            <a:pPr>
              <a:defRPr sz="1200" b="0">
                <a:solidFill>
                  <a:srgbClr val="95A5A6"/>
                </a:solidFill>
              </a:defRPr>
            </a:pPr>
            <a:r>
              <a:t>   Detect degradation automatically. Swap one role, not entire system.</a:t>
            </a:r>
          </a:p>
          <a:p>
            <a:pPr>
              <a:defRPr sz="800" b="0">
                <a:solidFill>
                  <a:srgbClr val="FFFFFF"/>
                </a:solidFill>
              </a:defRPr>
            </a:pPr>
          </a:p>
          <a:p>
            <a:pPr>
              <a:defRPr sz="1500" b="1">
                <a:solidFill>
                  <a:srgbClr val="2ECC71"/>
                </a:solidFill>
              </a:defRPr>
            </a:pPr>
            <a:r>
              <a:t>AgentCAP: first benchmark for role-model assignment across CAP dimensions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</a:defRPr>
            </a:pPr>
            <a:r>
              <a:t>Beyond Plan-Execute: Multi-Role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</a:defRPr>
            </a:pPr>
            <a:r>
              <a:t>Plan-Execute is 2 roles. Production systems use 3+: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Plan-Verify-Execute: a verifier checks the plan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before execution, catching hallucinated tool names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or impossible action sequences early.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Plan-Execute-Critique: a critic reviews executor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output and decides whether to retry or refine.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2ECC71"/>
                </a:solidFill>
              </a:defRPr>
            </a:pPr>
            <a:r>
              <a:t>AgentCAP's register_strategy() pattern supports</a:t>
            </a:r>
          </a:p>
          <a:p>
            <a:pPr>
              <a:defRPr sz="1300" b="0">
                <a:solidFill>
                  <a:srgbClr val="2ECC71"/>
                </a:solidFill>
              </a:defRPr>
            </a:pPr>
            <a:r>
              <a:t>arbitrary role topologies. 3 roles x 8 models</a:t>
            </a:r>
          </a:p>
          <a:p>
            <a:pPr>
              <a:defRPr sz="1300" b="0">
                <a:solidFill>
                  <a:srgbClr val="2ECC71"/>
                </a:solidFill>
              </a:defRPr>
            </a:pPr>
            <a:r>
              <a:t>= 512 configurations to evaluate.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</a:defRPr>
            </a:pPr>
            <a:r>
              <a:t>Expanding Benchmark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</a:defRPr>
            </a:pPr>
            <a:r>
              <a:t>Currently: 3 benchmarks (tool-use, medical, finance)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SWE-bench: software engineering — does PE help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code generation where context is an entire repo?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IMO AnswerBench: mathematical reasoning — is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planning or execution the bottleneck for proofs?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2ECC71"/>
                </a:solidFill>
              </a:defRPr>
            </a:pPr>
            <a:r>
              <a:t>Goal: test whether our insights (role criticality,</a:t>
            </a:r>
          </a:p>
          <a:p>
            <a:pPr>
              <a:defRPr sz="1300" b="0">
                <a:solidFill>
                  <a:srgbClr val="2ECC71"/>
                </a:solidFill>
              </a:defRPr>
            </a:pPr>
            <a:r>
              <a:t>hetero dominance, cost asymmetry) generalize to</a:t>
            </a:r>
          </a:p>
          <a:p>
            <a:pPr>
              <a:defRPr sz="1300" b="0">
                <a:solidFill>
                  <a:srgbClr val="2ECC71"/>
                </a:solidFill>
              </a:defRPr>
            </a:pPr>
            <a:r>
              <a:t>code and math domains.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</a:defRPr>
            </a:pPr>
            <a:r>
              <a:t>Cross-Deployment Cost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06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</a:defRPr>
            </a:pPr>
            <a:r>
              <a:t>API vs self-hosted vs hybrid cost depends on:</a:t>
            </a:r>
          </a:p>
          <a:p>
            <a:pPr>
              <a:defRPr sz="1300" b="0">
                <a:solidFill>
                  <a:srgbClr val="ECF0F1"/>
                </a:solidFill>
              </a:defRPr>
            </a:pPr>
            <a:r>
              <a:t>- Workload: context length, concurrency, cache rate</a:t>
            </a:r>
          </a:p>
          <a:p>
            <a:pPr>
              <a:defRPr sz="1300" b="0">
                <a:solidFill>
                  <a:srgbClr val="ECF0F1"/>
                </a:solidFill>
              </a:defRPr>
            </a:pPr>
            <a:r>
              <a:t>- Infrastructure: GPU type, region, rental vs owned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Build a cost simulator that takes workload profile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and outputs optimal deployment per role.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</a:defRPr>
            </a:pPr>
            <a:r>
              <a:t>Dynamic Role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06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F0F1"/>
                </a:solidFill>
              </a:defRPr>
            </a:pPr>
            <a:r>
              <a:t>Current: static assignment (fixed planner + executor).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Future: route each task to optimal team config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based on predicted domain / difficulty.</a:t>
            </a:r>
          </a:p>
          <a:p>
            <a:pPr>
              <a:defRPr sz="400" b="0">
                <a:solidFill>
                  <a:srgbClr val="FFFFFF"/>
                </a:solidFill>
              </a:defRPr>
            </a:pP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If task looks medical -&gt; Claude planner.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If task needs persistence -&gt; GLM executor.</a:t>
            </a:r>
          </a:p>
          <a:p>
            <a:pPr>
              <a:defRPr sz="1300" b="0">
                <a:solidFill>
                  <a:srgbClr val="2ECC71"/>
                </a:solidFill>
              </a:defRPr>
            </a:pPr>
            <a:r>
              <a:t>Per-task routing using AgentCAP data as lookup.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